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Linhas Varridas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78-467C-8961-EC62BAA2715A}"/>
              </c:ext>
            </c:extLst>
          </c:dPt>
          <c:dPt>
            <c:idx val="1"/>
            <c:invertIfNegative val="0"/>
            <c:bubble3D val="0"/>
            <c:spPr>
              <a:solidFill>
                <a:srgbClr val="00B8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78-467C-8961-EC62BAA271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D3436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Sem Índice
(Full Scan)</c:v>
                </c:pt>
                <c:pt idx="1">
                  <c:v>Com Índice
(Index Lookup)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3200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78-467C-8961-EC62BAA271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43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 a todos. Meu nome é Gabriel e apresento o Conecta Voluntário – um sistema de banco de dados desenvolvido para conectar voluntários e ONGs de forma eficiente e segura. O ponto central desta apresentação é demonstrar que a segurança e a inteligência do sistema residem no backend, dentro do próprio MySQL – e não dependem apenas das validações feitas no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segue o padrão DAO – Data Access Object. Essa arquitetura separa claramente a interface do usuário, a lógica de negócio e o acesso ao banco de dados.
A decisão arquitetural mais importante foi delegar a inteligência pesada – validações críticas, controle transacional e segurança de acesso – para dentro do MySQL.
Isso significa que mesmo que alguém contorne completamente o Java e acesse o banco diretamente por um script ou ferramenta GUI, as regras continuam vigentes. O banco se protege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coração técnico da nossa defesa. O erro clássico do desenvolvedor júnior é validar regras de negócio apenas no Java. O problema: qualquer DBA, script SQL ou ferramenta GUI pode acessar o banco diretamente e contornar todas essas validações.
Nossa solução usa três mecanismos ativos dentro do MySQL:
1. TRIGGER: bloqueia automaticamente qualquer operação fora do horário comercial, independente da origem do acesso.
2. PROCEDURE com ROLLBACK: garante atomicidade total – se qualquer etapa falhar, todo o bloco é desfeito.
3. DCL com REVOKE: o perfil Visitante não tem permissão de DELETE. Qualquer tentativa gera o Erro 1142 – Access Denied – diretamente no SGBD, sem passar pelo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vou abrir o MySQL Workbench para executar os três testes ao vivo.
TESTE 1 – DCL: Vou logar com o usuário 'visitante' e tentar executar um DELETE. O banco irá rejeitar com o Erro 1142 – Access Denied for user – sem nenhuma intervenção do Java.
TESTE 2 – TRIGGER: Vou tentar inserir um registro fora do horário comercial. A trigger disparará e bloqueará a operação com SIGNAL SQLSTATE e mensagem customizada.
TESTE 3 – PROCEDURE: Vou chamar a procedure de inscrição com uma ONG sem vagas. A procedure detectará a condição, executará o ROLLBACK e nenhum dado parcial será gravado. Isso prova que o SGBD é ativo: não precisa do Java para se defender.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finalizar, abordamos performance. Após construir um sistema seguro, garantimos que ele também é rápido.
Usamos o comando EXPLAIN do MySQL para analisar o plano de execução de nossas consultas.
Sem índice: o MySQL executa Full Table Scan – varre todas as 3.200 linhas para encontrar o resultado. O EXPLAIN mostra type=ALL e key=NULL.
Com o índice idx_voluntario_cidade: a consulta usa Index Look-up. O EXPLAIN mostra type=ref e rows=1. O custo cai de O(n) para O(log n) – redução de 99,97%.
Dominar banco de dados vai além de guardar dados com segurança: é entender e controlar o plano de execução do SGBD.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4206240" cy="420624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852160" y="3383280"/>
            <a:ext cx="1005840" cy="1005840"/>
          </a:xfrm>
          <a:prstGeom prst="ellipse">
            <a:avLst/>
          </a:prstGeom>
          <a:solidFill>
            <a:srgbClr val="00A896">
              <a:alpha val="2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50292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79615" y="16592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CONECTA VOLUNTÁRIO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4269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Sistema de Banco de Dados para Gestão de Voluntários e ONGs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16382" y="4379976"/>
            <a:ext cx="58618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Valença | Gabriel Nathan | Júlio Cesar | Larissa Cavalcante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56709" y="4764024"/>
            <a:ext cx="47361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Disciplina</a:t>
            </a:r>
            <a:r>
              <a:rPr lang="en-US" sz="1200" dirty="0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pt-BR" sz="1200" dirty="0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CONECTAR BANCO DE DADOS COM P-O-O</a:t>
            </a:r>
            <a:r>
              <a:rPr lang="en-US" sz="1200" dirty="0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| Sheyla |  2026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2240" y="1143000"/>
            <a:ext cx="2286000" cy="2286000"/>
          </a:xfrm>
          <a:prstGeom prst="ellipse">
            <a:avLst/>
          </a:prstGeom>
          <a:solidFill>
            <a:srgbClr val="1B3A5C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995160" y="1828800"/>
            <a:ext cx="1280160" cy="2286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995160" y="1943100"/>
            <a:ext cx="128016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995160" y="2057400"/>
            <a:ext cx="1280160" cy="228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995160" y="2240280"/>
            <a:ext cx="1280160" cy="2286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995160" y="2354580"/>
            <a:ext cx="128016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995160" y="2468880"/>
            <a:ext cx="1280160" cy="228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995160" y="2651760"/>
            <a:ext cx="1280160" cy="2286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995160" y="2766060"/>
            <a:ext cx="128016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995160" y="2880360"/>
            <a:ext cx="1280160" cy="228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Arquitetura do Sistema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89888" cy="274320"/>
          </a:xfrm>
          <a:prstGeom prst="roundRect">
            <a:avLst>
              <a:gd name="adj" fmla="val 2666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DAO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977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Separação clara de responsabilidades em camadas arquiteturais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DAO (Data Access Object): isola toda lógica de acesso ao banco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Regras críticas delegadas ao MySQL: Triggers, Procedures e DCL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 atua como orquestrador – o banco como guardião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279392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D1F2E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279392"/>
            <a:ext cx="39776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"Validação no Java é conveniente. Validação no banco é inviolável."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79576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10912" y="124358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Negócio (Java)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153619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856232"/>
            <a:ext cx="0" cy="118872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5120" y="1901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8AA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2139696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010912" y="220370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Acesso a Dados (Java DAO)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10912" y="249631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DAO Layer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12280" y="2816352"/>
            <a:ext cx="0" cy="118872"/>
          </a:xfrm>
          <a:prstGeom prst="line">
            <a:avLst/>
          </a:prstGeom>
          <a:noFill/>
          <a:ln w="1905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75120" y="2862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8AA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3099816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010912" y="316382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– SGBD Ativo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10912" y="345643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D1F2E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Triggers  |  Procedures  |  DCL  |  Índices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170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Armadilha do Iniciante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 que validar apenas no Java é um erro de arquitetura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3886200" cy="1874520"/>
          </a:xfrm>
          <a:prstGeom prst="roundRect">
            <a:avLst>
              <a:gd name="adj" fmla="val 5854"/>
            </a:avLst>
          </a:prstGeom>
          <a:solidFill>
            <a:srgbClr val="190A0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❌  </a:t>
            </a:r>
            <a:r>
              <a:rPr lang="en-US" sz="1200" b="1" dirty="0" err="1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Abordagem</a:t>
            </a: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Básica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" y="1627632"/>
            <a:ext cx="362102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Validações apenas no </a:t>
            </a:r>
            <a:r>
              <a:rPr lang="en-US" sz="1100" dirty="0" err="1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código</a:t>
            </a:r>
            <a:r>
              <a:rPr lang="en-US" sz="1100" dirty="0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Java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Banco exposto a conexões </a:t>
            </a:r>
            <a:r>
              <a:rPr lang="en-US" sz="1100" dirty="0" err="1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externas</a:t>
            </a:r>
            <a:r>
              <a:rPr lang="en-US" sz="1100" dirty="0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diretas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Scripts SQL e ferramentas </a:t>
            </a:r>
            <a:r>
              <a:rPr lang="en-US" sz="1100" dirty="0" err="1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diversas</a:t>
            </a:r>
            <a:r>
              <a:rPr lang="en-US" sz="1100" dirty="0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contornam o Java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Único ponto de falha: o código da aplicação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92040" y="1207008"/>
            <a:ext cx="3886200" cy="1874520"/>
          </a:xfrm>
          <a:prstGeom prst="roundRect">
            <a:avLst>
              <a:gd name="adj" fmla="val 5854"/>
            </a:avLst>
          </a:prstGeom>
          <a:solidFill>
            <a:srgbClr val="051810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92040" y="12070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SGBD Ativo – Nossa Solução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38344" y="1627632"/>
            <a:ext cx="362102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Regras críticas blindadas dentro do MySQL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 banco rejeita operações inválidas por </a:t>
            </a:r>
            <a:r>
              <a:rPr lang="en-US" sz="1100" dirty="0" err="1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qualquer</a:t>
            </a:r>
            <a:r>
              <a:rPr lang="en-US" sz="1100" dirty="0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acesso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Múltiplas camadas de </a:t>
            </a:r>
            <a:r>
              <a:rPr lang="en-US" sz="1100" dirty="0" err="1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defesa</a:t>
            </a:r>
            <a:r>
              <a:rPr lang="en-US" sz="1100" dirty="0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independente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ADDD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Integridade garantida mesmo sem o Java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218688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B3A5C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3364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376732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4105656"/>
            <a:ext cx="2386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ações fora do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comercial automaticamente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7540" y="3218688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B3A5C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77540" y="3364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87268" y="376732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+ ROLLBACK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7268" y="4105656"/>
            <a:ext cx="2386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Atomicidade garantida: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ocorre ou nada persiste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3218688"/>
            <a:ext cx="2606040" cy="1664208"/>
          </a:xfrm>
          <a:prstGeom prst="roundRect">
            <a:avLst>
              <a:gd name="adj" fmla="val 6593"/>
            </a:avLst>
          </a:prstGeom>
          <a:solidFill>
            <a:srgbClr val="1B3A5C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89320" y="33649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99048" y="376732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– REVOKE DELETE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9048" y="4105656"/>
            <a:ext cx="2386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gera Erro 1142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tentar excluir registros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-548640"/>
            <a:ext cx="3108960" cy="3108960"/>
          </a:xfrm>
          <a:prstGeom prst="ellipse">
            <a:avLst/>
          </a:prstGeom>
          <a:solidFill>
            <a:srgbClr val="00A896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880360" y="347472"/>
            <a:ext cx="3383280" cy="310896"/>
          </a:xfrm>
          <a:prstGeom prst="roundRect">
            <a:avLst>
              <a:gd name="adj" fmla="val 29412"/>
            </a:avLst>
          </a:prstGeom>
          <a:solidFill>
            <a:srgbClr val="00A896">
              <a:alpha val="70000"/>
            </a:srgbClr>
          </a:solidFill>
          <a:ln/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80360" y="3474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TESTES AO VIVO  –  MySQL WORKBENCH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Demonstração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Ao Vivo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0D2238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2064" y="247802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12064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300837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DCL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337413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Visitante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364845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DELETE em tabela protegida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" y="4050792"/>
            <a:ext cx="2350008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3776" y="40507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 1142: Access Denied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33172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0D2238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46704" y="247802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346704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300837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Trigger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8416" y="337413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Horário: fora do comercial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364845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INSERT na tabela de inscrições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28416" y="4050792"/>
            <a:ext cx="2350008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328416" y="40507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SIGNAL SQLSTATE: Bloqueado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33172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0D2238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81344" y="247802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181344" y="2478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63056" y="300837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Procedure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63056" y="337413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Cenário: vagas esgotadas na ONG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63056" y="364845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chamada de inscrição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4050792"/>
            <a:ext cx="2350008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163056" y="40507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ROLLBACK automático executado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 e Otimização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Análise EXPLAIN – Impacto de Índices no SGBD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ANTES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Varredura Completa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3.200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dirty="0"/>
              <a:t>linhas varridas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23444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E8F8F2"/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1234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B8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DEPOIS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176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 por Índice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51760" y="17739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0B8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dirty="0"/>
              <a:t>linha varrida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D1F2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2898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Custo: de O(n) para O(log n)  –  Redução de 99,97%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 – Campos principais: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420624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37307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 (Full Table Scan)</a:t>
            </a: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95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 (Index Lookup)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14216"/>
            <a:ext cx="4206240" cy="265176"/>
          </a:xfrm>
          <a:prstGeom prst="roundRect">
            <a:avLst>
              <a:gd name="adj" fmla="val 17241"/>
            </a:avLst>
          </a:prstGeom>
          <a:solidFill>
            <a:srgbClr val="F5F8FA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94360" y="403250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key:</a:t>
            </a:r>
            <a:r>
              <a:rPr lang="en-US" sz="9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NULL  (sem índice)</a:t>
            </a:r>
            <a:r>
              <a:rPr lang="en-US" sz="950" dirty="0">
                <a:solidFill>
                  <a:srgbClr val="8898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→  </a:t>
            </a:r>
            <a:r>
              <a:rPr lang="en-US" sz="950" dirty="0">
                <a:solidFill>
                  <a:srgbClr val="00B8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idx_voluntario_cidade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420624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4360" y="433425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3200</a:t>
            </a: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95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199" y="4754880"/>
            <a:ext cx="36542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Análise obtida via EXPLAIN SELECT – executado e visualizado no MySQL</a:t>
            </a:r>
            <a:endParaRPr lang="en-US" sz="9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1305549462"/>
              </p:ext>
            </p:extLst>
          </p:nvPr>
        </p:nvGraphicFramePr>
        <p:xfrm>
          <a:off x="5029200" y="1097280"/>
          <a:ext cx="3749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982</Words>
  <Application>Microsoft Office PowerPoint</Application>
  <PresentationFormat>Apresentação na tela (16:9)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Conecta Voluntário – Apresentação Final</dc:title>
  <dc:subject>PptxGenJS Presentation</dc:subject>
  <dc:creator>Gabriel</dc:creator>
  <cp:lastModifiedBy>Gabriel Nathan</cp:lastModifiedBy>
  <cp:revision>5</cp:revision>
  <dcterms:created xsi:type="dcterms:W3CDTF">2026-06-30T01:58:17Z</dcterms:created>
  <dcterms:modified xsi:type="dcterms:W3CDTF">2026-06-30T04:03:44Z</dcterms:modified>
</cp:coreProperties>
</file>